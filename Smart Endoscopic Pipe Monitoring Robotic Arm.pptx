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CF8BD8-F013-4CEC-8600-0A24276F5DE9}" v="44" dt="2025-09-17T15:42:33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350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hari Krishna" userId="7fefbb5168512142" providerId="LiveId" clId="{D4E2E5B4-8D5B-4415-B11C-6B5391203853}"/>
    <pc:docChg chg="undo custSel modSld">
      <pc:chgData name="Sri hari Krishna" userId="7fefbb5168512142" providerId="LiveId" clId="{D4E2E5B4-8D5B-4415-B11C-6B5391203853}" dt="2025-09-18T05:41:48.761" v="98" actId="20577"/>
      <pc:docMkLst>
        <pc:docMk/>
      </pc:docMkLst>
      <pc:sldChg chg="modSp mod">
        <pc:chgData name="Sri hari Krishna" userId="7fefbb5168512142" providerId="LiveId" clId="{D4E2E5B4-8D5B-4415-B11C-6B5391203853}" dt="2025-09-18T05:41:48.761" v="98" actId="20577"/>
        <pc:sldMkLst>
          <pc:docMk/>
          <pc:sldMk cId="0" sldId="291"/>
        </pc:sldMkLst>
        <pc:spChg chg="mod">
          <ac:chgData name="Sri hari Krishna" userId="7fefbb5168512142" providerId="LiveId" clId="{D4E2E5B4-8D5B-4415-B11C-6B5391203853}" dt="2025-09-18T05:41:48.761" v="98" actId="20577"/>
          <ac:spMkLst>
            <pc:docMk/>
            <pc:sldMk cId="0" sldId="291"/>
            <ac:spMk id="10" creationId="{00000000-0000-0000-0000-000000000000}"/>
          </ac:spMkLst>
        </pc:spChg>
      </pc:sldChg>
      <pc:sldChg chg="modSp mod">
        <pc:chgData name="Sri hari Krishna" userId="7fefbb5168512142" providerId="LiveId" clId="{D4E2E5B4-8D5B-4415-B11C-6B5391203853}" dt="2025-09-18T05:18:06.616" v="78" actId="20577"/>
        <pc:sldMkLst>
          <pc:docMk/>
          <pc:sldMk cId="3916788613" sldId="296"/>
        </pc:sldMkLst>
        <pc:spChg chg="mod">
          <ac:chgData name="Sri hari Krishna" userId="7fefbb5168512142" providerId="LiveId" clId="{D4E2E5B4-8D5B-4415-B11C-6B5391203853}" dt="2025-09-18T05:18:06.616" v="78" actId="20577"/>
          <ac:spMkLst>
            <pc:docMk/>
            <pc:sldMk cId="3916788613" sldId="296"/>
            <ac:spMk id="174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828800" y="134360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0688" y="694005"/>
            <a:ext cx="12021312" cy="3948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: Smart Endoscopic Pipe Monitoring Robotic Arm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Name -  Akshay V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41514" y="106258"/>
            <a:ext cx="10972800" cy="2664542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TITLE: Smart Endoscopic Pipe Monitoring Robotic Arm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Flexible rod with </a:t>
            </a:r>
            <a:r>
              <a:rPr lang="en-US" sz="2800" b="1" dirty="0"/>
              <a:t>ESP32-CAM</a:t>
            </a:r>
            <a:r>
              <a:rPr lang="en-US" sz="2800" dirty="0"/>
              <a:t> and </a:t>
            </a:r>
            <a:r>
              <a:rPr lang="en-US" sz="2800" b="1" dirty="0"/>
              <a:t>servo motors</a:t>
            </a:r>
            <a:r>
              <a:rPr lang="en-US" sz="2800" dirty="0"/>
              <a:t> inspects pipes.</a:t>
            </a:r>
            <a:br>
              <a:rPr lang="en-US" sz="2800" dirty="0"/>
            </a:br>
            <a:r>
              <a:rPr lang="en-US" sz="2800" dirty="0"/>
              <a:t>Live video analyzed via </a:t>
            </a:r>
            <a:r>
              <a:rPr lang="en-US" sz="2800" b="1" dirty="0"/>
              <a:t>Python + OpenCV</a:t>
            </a:r>
            <a:r>
              <a:rPr lang="en-US" sz="2800" dirty="0"/>
              <a:t> for cracks or blockages.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Auto-detects and fixes cracks (sealant) &amp; blockages (chemical spray) — </a:t>
            </a:r>
            <a:r>
              <a:rPr lang="en-US" sz="2800" b="1" dirty="0"/>
              <a:t>no dismantling</a:t>
            </a:r>
            <a:r>
              <a:rPr lang="en-US" sz="2800" dirty="0"/>
              <a:t> needed.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800" dirty="0"/>
              <a:t>Servo-based steering, Real-time visual detection, Automated in-pipe repair, Cost-effective &amp; IoT-enabled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ZenX</a:t>
            </a:r>
            <a:endParaRPr lang="en-IN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99079E-6E55-795D-707D-9E65D96FE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994" y="946737"/>
            <a:ext cx="5360902" cy="54072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7148" y="1410098"/>
            <a:ext cx="7252223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/>
              <a:t>Hardware:</a:t>
            </a:r>
            <a:r>
              <a:rPr lang="en-US" sz="2800" dirty="0"/>
              <a:t> ESP32-CAM, Servo Motors, MB Board.</a:t>
            </a:r>
            <a:r>
              <a:rPr lang="en-IN" sz="2800" b="1" dirty="0"/>
              <a:t> Software:</a:t>
            </a:r>
            <a:r>
              <a:rPr lang="en-IN" sz="2800" dirty="0"/>
              <a:t> Python, OpenCV.</a:t>
            </a:r>
            <a:r>
              <a:rPr lang="en-IN" sz="2800" b="1" dirty="0"/>
              <a:t> Protocols:</a:t>
            </a:r>
            <a:r>
              <a:rPr lang="en-IN" sz="2800" dirty="0"/>
              <a:t> Wi-Fi (video transmission).</a:t>
            </a: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Device enters pipe → Streams video → Detects issue → Applies fix automatically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A flexible device with ESP32-CAM streams video via Wi-Fi, detects cracks or blocks using OpenCV, and fixes them using sealant or chemical spray.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ZenX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8321" y="1095375"/>
            <a:ext cx="5851065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Technically viable using low-cost IoT hardware and Python-based CV. Suitable for home pipe systems.</a:t>
            </a:r>
          </a:p>
          <a:p>
            <a:pPr lvl="0" algn="just"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Camera clarity in dark/narrow pipes.</a:t>
            </a:r>
            <a:r>
              <a:rPr lang="en-IN" sz="2800" dirty="0"/>
              <a:t> Accurate crack/blockage detection </a:t>
            </a:r>
            <a:r>
              <a:rPr lang="en-US" sz="2800" dirty="0"/>
              <a:t>Servo control in tight bends.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Use LED with ESP32-CAM.</a:t>
            </a:r>
            <a:r>
              <a:rPr lang="en-US" sz="2800" dirty="0"/>
              <a:t> Train detection with sample data. Calibrate servo angles with testing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ZenX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A3689-D66A-F74C-42A7-DAC6B2F1A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029" y="1059580"/>
            <a:ext cx="5239965" cy="2767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30F2FE-610C-360E-84FD-87AE23AC3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413" y="3897861"/>
            <a:ext cx="2751302" cy="24308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463F65-2EF5-84FD-80F8-939E8F40D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3030" y="3935392"/>
            <a:ext cx="2751301" cy="234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987220"/>
            <a:ext cx="6100524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Helps homeowners detect and fix pipe issues </a:t>
            </a:r>
            <a:r>
              <a:rPr lang="en-US" sz="2800" b="1" dirty="0"/>
              <a:t>quickly, cheaply, and non-invasively</a:t>
            </a:r>
            <a:r>
              <a:rPr lang="en-US" sz="2800" dirty="0"/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lang="en-IN" sz="2800" b="1" dirty="0"/>
              <a:t>Benefits:</a:t>
            </a:r>
            <a:endParaRPr lang="en-IN" sz="2800" dirty="0"/>
          </a:p>
          <a:p>
            <a:r>
              <a:rPr lang="en-IN" sz="2800" dirty="0"/>
              <a:t>💸 </a:t>
            </a:r>
            <a:r>
              <a:rPr lang="en-IN" sz="2800" b="1" dirty="0"/>
              <a:t>Economic:</a:t>
            </a:r>
            <a:r>
              <a:rPr lang="en-IN" sz="2800" dirty="0"/>
              <a:t> Reduces repair costs and water loss</a:t>
            </a:r>
          </a:p>
          <a:p>
            <a:r>
              <a:rPr lang="en-IN" sz="2800" dirty="0"/>
              <a:t>🌱 </a:t>
            </a:r>
            <a:r>
              <a:rPr lang="en-IN" sz="2800" b="1" dirty="0"/>
              <a:t>Environmental:</a:t>
            </a:r>
            <a:r>
              <a:rPr lang="en-IN" sz="2800" dirty="0"/>
              <a:t> Prevents water leakage and damage</a:t>
            </a:r>
          </a:p>
          <a:p>
            <a:r>
              <a:rPr lang="en-IN" sz="2800" dirty="0"/>
              <a:t>🏠 </a:t>
            </a:r>
            <a:r>
              <a:rPr lang="en-IN" sz="2800" b="1" dirty="0"/>
              <a:t>Social:</a:t>
            </a:r>
            <a:r>
              <a:rPr lang="en-IN" sz="2800" dirty="0"/>
              <a:t> Minimizes disruption, no pipe dismantling</a:t>
            </a:r>
          </a:p>
          <a:p>
            <a:r>
              <a:rPr lang="en-IN" sz="2800" dirty="0"/>
              <a:t>🔧 </a:t>
            </a:r>
            <a:r>
              <a:rPr lang="en-IN" sz="2800" b="1" dirty="0"/>
              <a:t>Technical:</a:t>
            </a:r>
            <a:r>
              <a:rPr lang="en-IN" sz="2800" dirty="0"/>
              <a:t> Encourages smart home automation adoption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ZenX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17E42-76F4-6CC4-FAAA-819B91927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296" y="1200097"/>
            <a:ext cx="5534903" cy="497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057857"/>
            <a:ext cx="10756739" cy="4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/>
              <a:t>Vision-Based Pipe Monitoring Robot For Crack Detection Using Canny Edge Detection Method As An Image Processing Technique.</a:t>
            </a:r>
          </a:p>
          <a:p>
            <a:pPr algn="just">
              <a:defRPr/>
            </a:pPr>
            <a:r>
              <a:rPr lang="en-US" sz="2800" b="1" u="sng" dirty="0" err="1"/>
              <a:t>Link:</a:t>
            </a:r>
            <a:r>
              <a:rPr lang="en-US" dirty="0" err="1"/>
              <a:t>https</a:t>
            </a:r>
            <a:r>
              <a:rPr lang="en-US" dirty="0"/>
              <a:t>://www.researchgate.net/publication/320115527_Vision-Based_Pipe_Monitoring_Robot_For_Crack_Detection_Using_Canny_Edge_Detection_Method_As_An_Image_Processing_Technique</a:t>
            </a:r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/>
              <a:t>Design and Fabrication of In-Pipe Inspection Robot for Crack Analysis and Detection Using </a:t>
            </a:r>
            <a:r>
              <a:rPr lang="en-US" sz="2800" b="1" dirty="0" err="1"/>
              <a:t>OpenCv</a:t>
            </a:r>
            <a:r>
              <a:rPr lang="en-US" sz="2800" b="1" dirty="0"/>
              <a:t> and Visual Odometry.</a:t>
            </a:r>
          </a:p>
          <a:p>
            <a:pPr lvl="0" algn="just">
              <a:defRPr/>
            </a:pPr>
            <a:r>
              <a:rPr lang="en-US" sz="2400" b="1" u="sng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Link:</a:t>
            </a:r>
            <a:r>
              <a:rPr lang="en-US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https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//d1wqtxts1xzle7.cloudfront.net/105199173/IRJET_V10I750-libre.pdf?1692708401=&amp;response-content-disposition=inline%3B+filename%3DDesign_and_Fabrication_of_In_Pipe_Inspec.pdf&amp;Expires=1758124423&amp;Signature=hRVq55icLRbHl5rw9nlsYGlxps1Z8UMsvcYcNJ589Tke8QVmmYfrO6kjYgydD-hfKhy~xt8bHV0g9O1UMIFnGClhPGcLaFDozVDeQJEDEWF2nn~9eWPNsw2Dh4W19VKvFCHDGiRT9Isv8p-jao8gspMCPRMXYPYEquCcKtKDaE5VJuyazdWD5N9a~j6E0UxJADzfQvbbiJXM4R0gBwwv0042cVNkcoLRj55nrW6Kul53H8GF2WaIgbWDDZvFu2q2~VP9jnPL6vrsrYRsUzUc1yW84kwj9Th2NH7nxy22q8PAYdD-4BcVorLPOKtguWAgvLGcilfqZjfBmFQc7MVJZw__&amp;Key-Pair-Id=APKAJLOHF5GGSLRBV4ZA</a:t>
            </a:r>
            <a:endParaRPr kumimoji="0" lang="en-US" sz="28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ZenX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7682</TotalTime>
  <Words>395</Words>
  <Application>Microsoft Office PowerPoint</Application>
  <PresentationFormat>Widescreen</PresentationFormat>
  <Paragraphs>60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Times New Roman</vt:lpstr>
      <vt:lpstr>TradeGothic</vt:lpstr>
      <vt:lpstr>Wingdings</vt:lpstr>
      <vt:lpstr>Office Theme</vt:lpstr>
      <vt:lpstr>PowerPoint Presentation</vt:lpstr>
      <vt:lpstr> IDEA TITLE: Smart Endoscopic Pipe Monitoring Robotic Arm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AKSHAY V</cp:lastModifiedBy>
  <cp:revision>151</cp:revision>
  <dcterms:created xsi:type="dcterms:W3CDTF">2013-12-12T18:46:50Z</dcterms:created>
  <dcterms:modified xsi:type="dcterms:W3CDTF">2026-01-15T09:46:59Z</dcterms:modified>
  <cp:category/>
</cp:coreProperties>
</file>